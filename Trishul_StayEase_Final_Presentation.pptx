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572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Trishul StayEase 🏡</a:t>
            </a:r>
          </a:p>
          <a:p>
            <a:pPr>
              <a:defRPr sz="1800">
                <a:solidFill>
                  <a:srgbClr val="52B788"/>
                </a:solidFill>
              </a:defRPr>
            </a:pPr>
            <a:r>
              <a:t>Direct Booking Engine for Eco-Homestays &amp; Sustainable Tourism</a:t>
            </a:r>
          </a:p>
          <a:p>
            <a:pPr>
              <a:defRPr sz="1300">
                <a:solidFill>
                  <a:srgbClr val="B4CDC3"/>
                </a:solidFill>
              </a:defRPr>
            </a:pPr>
            <a:r>
              <a:t>Final Internship Evaluation Presentation • Full Stack Development (WD-05)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474720"/>
            <a:ext cx="9875520" cy="219456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300" b="1">
                <a:solidFill>
                  <a:srgbClr val="52B788"/>
                </a:solidFill>
              </a:defRPr>
            </a:pPr>
            <a:r>
              <a:t>Candidate Name: </a:t>
            </a:r>
            <a:r>
              <a:rPr b="0">
                <a:solidFill>
                  <a:srgbClr val="FFFFFF"/>
                </a:solidFill>
              </a:rPr>
              <a:t>Riddhi Kumari</a:t>
            </a:r>
          </a:p>
          <a:p>
            <a:pPr>
              <a:defRPr sz="1300" b="1">
                <a:solidFill>
                  <a:srgbClr val="52B788"/>
                </a:solidFill>
              </a:defRPr>
            </a:pPr>
            <a:r>
              <a:t>Intern ID: </a:t>
            </a:r>
            <a:r>
              <a:rPr b="0">
                <a:solidFill>
                  <a:srgbClr val="FFFFFF"/>
                </a:solidFill>
              </a:rPr>
              <a:t>26100462</a:t>
            </a:r>
          </a:p>
          <a:p>
            <a:pPr>
              <a:defRPr sz="1300" b="1">
                <a:solidFill>
                  <a:srgbClr val="52B788"/>
                </a:solidFill>
              </a:defRPr>
            </a:pPr>
            <a:r>
              <a:t>University / College: </a:t>
            </a:r>
            <a:r>
              <a:rPr b="0">
                <a:solidFill>
                  <a:srgbClr val="FFFFFF"/>
                </a:solidFill>
              </a:rPr>
              <a:t>[Your University / College Name]</a:t>
            </a:r>
          </a:p>
          <a:p>
            <a:pPr>
              <a:defRPr sz="1300" b="1">
                <a:solidFill>
                  <a:srgbClr val="52B788"/>
                </a:solidFill>
              </a:defRPr>
            </a:pPr>
            <a:r>
              <a:t>Project Domain: </a:t>
            </a:r>
            <a:r>
              <a:rPr b="0">
                <a:solidFill>
                  <a:srgbClr val="FFFFFF"/>
                </a:solidFill>
              </a:rPr>
              <a:t>Full Stack Web Development (FastAPI + React + MongoDB Atlas + Gemini AI)</a:t>
            </a:r>
          </a:p>
          <a:p>
            <a:pPr>
              <a:defRPr sz="1300" b="1">
                <a:solidFill>
                  <a:srgbClr val="52B788"/>
                </a:solidFill>
              </a:defRPr>
            </a:pPr>
            <a:r>
              <a:t>Live Demo: </a:t>
            </a:r>
            <a:r>
              <a:rPr b="0">
                <a:solidFill>
                  <a:srgbClr val="FFFFFF"/>
                </a:solidFill>
              </a:rPr>
              <a:t>https://trishul-stay-ease.vercel.app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SECTION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16"/>
                </a:solidFill>
              </a:defRPr>
            </a:pPr>
            <a:r>
              <a:t>What Problem Are We Solving?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Addressing challenges faced by eco-homestay owners and sustainable travellers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2D6A4F"/>
                </a:solidFill>
              </a:defRPr>
            </a:pPr>
            <a:r>
              <a:t>💸 High OTA Commission Rates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Traditional travel platforms charge 15% - 25% commission fees per booking.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Heavily reduces profit margins for small, family-run rural homestay owners.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Forces eco-hosts to inflate prices for end guests.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2D6A4F"/>
                </a:solidFill>
              </a:defRPr>
            </a:pPr>
            <a:r>
              <a:t>🔍 Fragmented Eco-Discovery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Mindful travellers struggle to find authentic, verified sustainable stays.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Greenwashing makes it difficult to verify authentic eco-practices.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Lack of dedicated filters for local cultural &amp; eco-activities.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2D6A4F"/>
                </a:solidFill>
              </a:defRPr>
            </a:pPr>
            <a:r>
              <a:t>⚡ Complex Direct Booking &amp; Planning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Small homestays lack digital infrastructure for direct, commission-free reservations.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Manual scheduling leads to double bookings and slow response times.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Travellers lack personalized, budget-friendly sustainable itineraries.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16"/>
                </a:solidFill>
              </a:defRPr>
            </a:pPr>
            <a:r>
              <a:t>Tech Stack Selected Along with Reasons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Modern, scalable, and type-safe architecture for maximum developer productivity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2D6A4F"/>
                </a:solidFill>
              </a:defRPr>
            </a:pPr>
            <a:r>
              <a:t>🎨 Frontend: React 19 + Vite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UI &amp; Client Architecture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Lightning-fast Hot Module Replacement (HMR) &amp; sub-second build times.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Component-driven modularity with React Router 7 for fluid SPA navigation.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Context API for state management (Auth, Dark/Light theme).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2D6A4F"/>
                </a:solidFill>
              </a:defRPr>
            </a:pPr>
            <a:r>
              <a:t>⚡ Backend: FastAPI (Python 3.11)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High-Performance ASGI REST API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Asynchronous execution handling high-concurrency requests seamlessly.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Pydantic v2 for automatic request/response data validation and sanitization.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Auto-generated interactive Swagger &amp; OpenAPI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2D6A4F"/>
                </a:solidFill>
              </a:defRPr>
            </a:pPr>
            <a:r>
              <a:t>🗄️ Database: MongoDB Atlas + Motor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Cloud Document Database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Motor async driver provides non-blocking I/O queries for the FastAPI event loop.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Flexible JSON schema accommodates dynamic amenities, image arrays &amp; reviews.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Managed cloud high availability with zero server maintenance.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2D6A4F"/>
                </a:solidFill>
              </a:defRPr>
            </a:pPr>
            <a:r>
              <a:t>🤖 AI: Google Gemini 1.5 Flash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Intelligent Itinerary Generator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State-of-the-art inference speed and structured JSON output guarantee.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Built-in server-side TTL caching reduces redundant API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16"/>
                </a:solidFill>
              </a:defRPr>
            </a:pPr>
            <a:r>
              <a:t>Frontend Experience &amp; Live Features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Clean, responsive, accessible, and themeable user interface</a:t>
            </a:r>
          </a:p>
        </p:txBody>
      </p:sp>
      <p:pic>
        <p:nvPicPr>
          <p:cNvPr id="4" name="Picture 3" descr="explore_stay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926080"/>
          </a:xfrm>
          <a:prstGeom prst="rect">
            <a:avLst/>
          </a:prstGeom>
        </p:spPr>
      </p:pic>
      <p:pic>
        <p:nvPicPr>
          <p:cNvPr id="5" name="Picture 4" descr="my_bookin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63440"/>
            <a:ext cx="5120640" cy="1417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64592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2D6A4F"/>
                </a:solidFill>
              </a:defRPr>
            </a:pPr>
            <a:r>
              <a:t>Key Frontend Highlights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🔍 Explore &amp; Multi-Filter: Instant debounced search by location or property title with category chips (Mountain, Forest, Riverside, Coastal).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📅 Dynamic Booking Modal: Interactive calendar date picker with date sequence validation &amp; real-time multi-night price calculation.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📊 Host Management Dashboard: Dual-role authorization with dedicated dashboard showing live revenue and occupancy metrics.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🛡️ Production UX &amp; Polish: Global React ErrorBoundary to prevent blank-screen crashes, dark mode support with localStorage persistence.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6217920"/>
            <a:ext cx="10698480" cy="411480"/>
          </a:xfrm>
          <a:prstGeom prst="roundRect">
            <a:avLst/>
          </a:prstGeom>
          <a:solidFill>
            <a:srgbClr val="2D6A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🌐 Live Frontend URL: https://trishul-stay-ease.vercel.app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16"/>
                </a:solidFill>
              </a:defRPr>
            </a:pPr>
            <a:r>
              <a:t>Backend: Top 2 APIs &amp;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Robust asynchronous endpoints with strict input validation and error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2D6A4F"/>
                </a:solidFill>
              </a:defRPr>
            </a:pPr>
            <a:r>
              <a:t>API 1: POST /api/ai/travel-plan (AI Eco Planner)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Purpose: Generates customized sustainable travel itineraries.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Working Mechanism: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  1. Accepts destination, budget, trip duration, guest count, and travel style.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  2. Evaluates in-memory TTL cache to return instant cached responses for duplicate prompts.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  3. Invokes Google Gemini 1.5 Flash with structured JSON system prompts.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  4. Validates schema integrity and gracefully handles API quota boundaries.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Status Code: 200 OK | Rate Limited | Cached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10698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2D6A4F"/>
                </a:solidFill>
              </a:defRPr>
            </a:pPr>
            <a:r>
              <a:t>API 2: POST /auth/register &amp; /auth/login (JWT &amp; OAuth Auth)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Purpose: Provides enterprise-grade authentication &amp; dual role management.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Working Mechanism: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  1. Password hashing with Bcrypt (12 salt rounds) via Passlib.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  2. SlowAPI rate limiting (5 req / 15 min) prevents brute-force credential attacks.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  3. Issues stateless 24-hour HS256 JWT access tokens.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  4. Supports one-click Google OAuth 2.0 token verification.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Status Code: 201 Created / 200 OK | Strict CORS &amp; Security Headers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6217920"/>
            <a:ext cx="10698480" cy="411480"/>
          </a:xfrm>
          <a:prstGeom prst="roundRect">
            <a:avLst/>
          </a:prstGeom>
          <a:solidFill>
            <a:srgbClr val="1830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📖 Live Swagger UI &amp; Interactive Documentation: https://trishul-stayease.onrender.com/docs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16"/>
                </a:solidFill>
              </a:defRPr>
            </a:pPr>
            <a:r>
              <a:t>Database Selection &amp; Schema Design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MongoDB Atlas: Fully managed cloud NoSQL database with async Motor driver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2D6A4F"/>
                </a:solidFill>
              </a:defRPr>
            </a:pPr>
            <a:r>
              <a:t>📁 properties Collection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id: int (Auto-increment PK)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title: string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location: string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price: int (Nightly rate)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type: string (mountain, forest...)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status: available | booked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amenities: array of strings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images: array of URLs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host_id: string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2D6A4F"/>
                </a:solidFill>
              </a:defRPr>
            </a:pPr>
            <a:r>
              <a:t>👤 users Collection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id: ObjectId (PK)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full_name: string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email: string (Unique Index)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phone: string (Unique)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password_hash: string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role: guest | host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avatar_url: string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created_at: timestamp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5257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2D6A4F"/>
                </a:solidFill>
              </a:defRPr>
            </a:pPr>
            <a:r>
              <a:t>📅 bookings Collection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id: int (PK sequence)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property_id: int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guest_id: string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host_id: string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start_date: date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end_date: date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total_price: int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status: upcoming | completed | cancelled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86200"/>
            <a:ext cx="5257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2D6A4F"/>
                </a:solidFill>
              </a:defRPr>
            </a:pPr>
            <a:r>
              <a:t>🔢 counters &amp; wishlists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counters: Atomic auto-increment sequence generation via $inc operator.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wishlists: Stores user favorite property ID arrays for zero-friction access.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 Indexes: Compound indexes on (status, price) and unique text search on (title, location).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217920"/>
            <a:ext cx="10698480" cy="411480"/>
          </a:xfrm>
          <a:prstGeom prst="roundRect">
            <a:avLst/>
          </a:prstGeom>
          <a:solidFill>
            <a:srgbClr val="2D6A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💡 Why MongoDB? Flexible schema matches polymorphic eco-stay amenities + zero-downtime horizontal scaling.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16"/>
                </a:solidFill>
              </a:defRPr>
            </a:pPr>
            <a:r>
              <a:t>AI Feature: Eco Travel Planner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Harnessing Google Gemini 1.5 Flash for personalized sustainable itinerary generation</a:t>
            </a:r>
          </a:p>
        </p:txBody>
      </p:sp>
      <p:pic>
        <p:nvPicPr>
          <p:cNvPr id="4" name="Picture 3" descr="ai_pl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434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64592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2D6A4F"/>
                </a:solidFill>
              </a:defRPr>
            </a:pPr>
            <a:r>
              <a:t>Google Gemini 1.5 Flash Integration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🤖 Model &amp; SDK: Google Gemini 1.5 Flash via official `@google/genai` Python SDK for fast token latency and strict structured JSON schema.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🎯 Use Case: Instant day-by-day eco itineraries tailored to budget, days, guest count, and travel style with packing &amp; green guidelines.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⚡ Server-Side TTL Cache: In-memory dictionary cache returns instant responses for repeat destination queries, preventing API quota exhaustion.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🛡️ Schema Validation: Pydantic validation handles JSON formatting errors and markdown codeblock stripping gracefully.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SECTION 8 &amp;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16"/>
                </a:solidFill>
              </a:defRPr>
            </a:pPr>
            <a:r>
              <a:t>Cloud Hosting Services &amp; All Live URLs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Production-grade multi-cloud architecture deployed on Vercel, Render &amp; MongoDB Atlas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2D6A4F"/>
                </a:solidFill>
              </a:defRPr>
            </a:pPr>
            <a:r>
              <a:t>▲ Vercel (Frontend Hosting)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Role: Hosts the React 19 + Vite Single Page Application.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Features: Global CDN Edge Network, automated preview deployments on git push, automatic gzip/brotli compression.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Live URL: https://trishul-stay-ease.vercel.app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2D6A4F"/>
                </a:solidFill>
              </a:defRPr>
            </a:pPr>
            <a:r>
              <a:t>⚡ Render (Backend Hosting)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Role: Hosts the FastAPI Python 3.11 ASGI Web Service.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Features: Managed Linux container, automated build pipelines from GitHub, secure environment secret injection.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Live URL: https://trishul-stayease.onrender.com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5257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2D6A4F"/>
                </a:solidFill>
              </a:defRPr>
            </a:pPr>
            <a:r>
              <a:t>🍃 MongoDB Atlas (Cloud Database)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Role: Fully managed cloud database cluster.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Features: Automatic daily backups, connection pooling, and SSL-encrypted in-transit data access.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Cluster: M0 Free Sandbox (AWS Mumbai Region)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86200"/>
            <a:ext cx="5257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2D6A4F"/>
                </a:solidFill>
              </a:defRPr>
            </a:pPr>
            <a:r>
              <a:t>🐙 GitHub (Source Code Repository)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Role: Complete open-source version controlled repository.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Features: Modular folder structure, Postman collection, atomic commits, comprehensive README.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Repository: https://github.com/Riddhi1204/Trishul_StayEase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217920"/>
            <a:ext cx="10698480" cy="411480"/>
          </a:xfrm>
          <a:prstGeom prst="roundRect">
            <a:avLst/>
          </a:prstGeom>
          <a:solidFill>
            <a:srgbClr val="2D6A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🔗 All links are live, SSL secured (HTTPS), and publicly accessible without restrictions.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16"/>
                </a:solidFill>
              </a:defRPr>
            </a:pPr>
            <a:r>
              <a:t>Reflection on the Internship &amp; Learnings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 transformative journey building a complete full-stack web product from scratch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2D6A4F"/>
                </a:solidFill>
              </a:defRPr>
            </a:pPr>
            <a:r>
              <a:t>🚀 Technical Growth &amp; Mastery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Full-Stack Integration: Built end-to-end synergy between React SPA, async FastAPI, and MongoDB Atlas.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Authentication &amp; Security: Implemented production JWT authentication, Bcrypt password hashing, and OAuth 2.0.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AI Engineering: Gained practical expertise integrating Google Gemini LLM with structured prompts and caching.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Performance Optimization: Leveraged React `useMemo`, debounce searches, and connection pooling.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2D6A4F"/>
                </a:solidFill>
              </a:defRPr>
            </a:pPr>
            <a:r>
              <a:t>💼 Engineering Best Practices &amp; Experience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Defensive Coding: Handled edge cases with React Error Boundaries, Pydantic validations, and CORS middlewares.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Agile Version Control: Maintained clean, atomic git commit histories following conventional commits standard.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Production Cloud Deployment: Managed live multi-cloud environments across Vercel, Render, and Atlas.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Overall Experience: Incredible hands-on exposure solving real-world eco-tourism booking challenges.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 🙏</a:t>
            </a:r>
          </a:p>
          <a:p>
            <a:pPr algn="ctr">
              <a:spcAft>
                <a:spcPts val="2000"/>
              </a:spcAft>
              <a:defRPr sz="1800">
                <a:solidFill>
                  <a:srgbClr val="52B788"/>
                </a:solidFill>
              </a:defRPr>
            </a:pPr>
            <a:r>
              <a:t>Trishul StayEase — Sustainable Homestays, Direct Bookings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Candidate: Riddhi Kumari  |  Intern ID: 26100462</a:t>
            </a:r>
          </a:p>
          <a:p>
            <a:pPr algn="ctr">
              <a:defRPr sz="1400">
                <a:solidFill>
                  <a:srgbClr val="EAB308"/>
                </a:solidFill>
              </a:defRPr>
            </a:pPr>
            <a:r>
              <a:t>🌐 Live App: https://trishul-stay-ease.vercel.app</a:t>
            </a:r>
          </a:p>
          <a:p>
            <a:pPr algn="ctr">
              <a:defRPr sz="1400">
                <a:solidFill>
                  <a:srgbClr val="B4CDC3"/>
                </a:solidFill>
              </a:defRPr>
            </a:pPr>
            <a:r>
              <a:t>🐙 GitHub: https://github.com/Riddhi1204/Trishul_StayEase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